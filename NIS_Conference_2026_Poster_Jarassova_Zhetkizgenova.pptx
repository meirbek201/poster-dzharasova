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88004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1560" y="-329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«Иә» жауабы, %</c:v>
                </c:pt>
              </c:strCache>
            </c:strRef>
          </c:tx>
          <c:spPr>
            <a:solidFill>
              <a:srgbClr val="00858C"/>
            </a:solidFill>
            <a:ln>
              <a:solidFill>
                <a:srgbClr val="00858C"/>
              </a:solidFill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/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Ойын ашық
жеткізу</c:v>
                </c:pt>
                <c:pt idx="1">
                  <c:v>Көмекке
ұмтылу</c:v>
                </c:pt>
                <c:pt idx="2">
                  <c:v>Ұйымдастыру</c:v>
                </c:pt>
                <c:pt idx="3">
                  <c:v>Жауапкершілік</c:v>
                </c:pt>
                <c:pt idx="4">
                  <c:v>Пікірді
дәлелдеу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87</c:v>
                </c:pt>
                <c:pt idx="2">
                  <c:v>70</c:v>
                </c:pt>
                <c:pt idx="3">
                  <c:v>75</c:v>
                </c:pt>
                <c:pt idx="4">
                  <c:v>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00858C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A20-4860-ADCF-7C4970A238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700"/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ru-RU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Dzharasova_b@akt.nis.edu.kz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Zhetkizgenova_M@akt.nis.edu.kz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26771" y="185623"/>
            <a:ext cx="28799942" cy="4319991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799942" cy="5669280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685800"/>
            <a:ext cx="26517600" cy="1452705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 ОҚЫТУ ӘДІСТЕРІН ҚОЛДАНУДЫҢ ОҚУШЫЛАРДЫҢ
КӨШБАСШЫЛЫҚ ЖӘНЕ ҰЙЫМДАСТЫРУШЫЛЫҚ ДАҒДЫЛАРЫН ДАМЫТУДАҒЫ ТИІМДІЛІГІ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63240"/>
            <a:ext cx="25146000" cy="83715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4000" b="0" dirty="0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7-сынып | </a:t>
            </a:r>
            <a:r>
              <a:rPr sz="4000" b="0" dirty="0" err="1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География</a:t>
            </a:r>
            <a:r>
              <a:rPr sz="4000" b="0" dirty="0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4000" b="0" dirty="0" err="1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Қазақстан</a:t>
            </a:r>
            <a:r>
              <a:rPr sz="4000" b="0" dirty="0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0" dirty="0" err="1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тарихы</a:t>
            </a:r>
            <a:r>
              <a:rPr sz="4000" b="0" dirty="0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16 </a:t>
            </a:r>
            <a:r>
              <a:rPr sz="4000" b="0" dirty="0" err="1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оқушы</a:t>
            </a:r>
            <a:endParaRPr sz="4000" b="0" dirty="0">
              <a:solidFill>
                <a:srgbClr val="D2EB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4069080"/>
            <a:ext cx="25146000" cy="83715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4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Джарасова</a:t>
            </a:r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Баян</a:t>
            </a:r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Базарбаевна</a:t>
            </a:r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4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Жеткизгенова</a:t>
            </a:r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Марзия</a:t>
            </a:r>
            <a:r>
              <a:rPr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Тугелбаевна</a:t>
            </a:r>
            <a:endParaRPr sz="4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05840" y="5989320"/>
            <a:ext cx="26791920" cy="1234440"/>
          </a:xfrm>
          <a:prstGeom prst="roundRect">
            <a:avLst/>
          </a:prstGeom>
          <a:solidFill>
            <a:srgbClr val="F0F7F8"/>
          </a:solidFill>
          <a:ln>
            <a:solidFill>
              <a:srgbClr val="008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6199632"/>
            <a:ext cx="260604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Түйін сөздер: белсенді оқыту • көшбасшылық • ұйымдастырушылық дағды • рөлдік ойын • пәнаралық кіріктіру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7635240"/>
            <a:ext cx="8732520" cy="658368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7690104"/>
            <a:ext cx="84582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 МЕН ӨЗЕКТІЛІГІ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8412480"/>
            <a:ext cx="8823960" cy="280692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оқушылардың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ерекшеліктерін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ескере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отырып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топта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жетекшілік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ету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қабілетін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дамыту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олардың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іс-әрекетке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деген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ынтасын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арттыру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жолдарын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анықтау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Өзектілігі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пәндік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біліммен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қатар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коммуникация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жауапкершілік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бастамашылдық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ортақ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шешім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қабылдау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дағдыларын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жүйелі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дамыту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қажеттілігі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1750040"/>
            <a:ext cx="8732520" cy="658368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76985" y="11773614"/>
            <a:ext cx="84582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ЗЕРТТЕУ ӘДІСНАМАСЫ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13156703"/>
            <a:ext cx="8366760" cy="3237809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7-сыныптың 16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оқушысы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Пәндер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география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Қазақстан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сауалнама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«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Сіз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көшбасшысыз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?»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рөлдік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жобалық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тапсырмалары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сабақ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соңындағы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рефлексия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16779240"/>
            <a:ext cx="8732520" cy="658368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43000" y="16834104"/>
            <a:ext cx="84582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 ОҚЫТУ ДИЗАЙНЫ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34440" y="17602200"/>
            <a:ext cx="960120" cy="960120"/>
          </a:xfrm>
          <a:prstGeom prst="roundRect">
            <a:avLst/>
          </a:prstGeom>
          <a:solidFill>
            <a:srgbClr val="00858C"/>
          </a:solidFill>
          <a:ln>
            <a:solidFill>
              <a:srgbClr val="008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4440" y="17675352"/>
            <a:ext cx="96012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7657064"/>
            <a:ext cx="699516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Географиялық детектив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18836640"/>
            <a:ext cx="960120" cy="960120"/>
          </a:xfrm>
          <a:prstGeom prst="roundRect">
            <a:avLst/>
          </a:prstGeom>
          <a:solidFill>
            <a:srgbClr val="00858C"/>
          </a:solidFill>
          <a:ln>
            <a:solidFill>
              <a:srgbClr val="008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34440" y="18909792"/>
            <a:ext cx="96012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18891504"/>
            <a:ext cx="699516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Тарихи кеңес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20071080"/>
            <a:ext cx="960120" cy="960120"/>
          </a:xfrm>
          <a:prstGeom prst="roundRect">
            <a:avLst/>
          </a:prstGeom>
          <a:solidFill>
            <a:srgbClr val="00858C"/>
          </a:solidFill>
          <a:ln>
            <a:solidFill>
              <a:srgbClr val="008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34440" y="20144231"/>
            <a:ext cx="96012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20125944"/>
            <a:ext cx="699516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Тарихи стартап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" y="21305520"/>
            <a:ext cx="960120" cy="960120"/>
          </a:xfrm>
          <a:prstGeom prst="roundRect">
            <a:avLst/>
          </a:prstGeom>
          <a:solidFill>
            <a:srgbClr val="00858C"/>
          </a:solidFill>
          <a:ln>
            <a:solidFill>
              <a:srgbClr val="008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34440" y="21378672"/>
            <a:ext cx="96012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21360384"/>
            <a:ext cx="699516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Тарихи-географиялық экспедиция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12680" y="7635240"/>
            <a:ext cx="8732520" cy="658368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149840" y="7690104"/>
            <a:ext cx="84582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БАСТАПҚЫ САУАЛНАМА НӘТИЖЕЛЕРІ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745467"/>
              </p:ext>
            </p:extLst>
          </p:nvPr>
        </p:nvGraphicFramePr>
        <p:xfrm>
          <a:off x="10332719" y="8595360"/>
          <a:ext cx="8092440" cy="6492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10332719" y="15316200"/>
            <a:ext cx="8092440" cy="1206484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 dirty="0" err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sz="3200" b="1" dirty="0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даму</a:t>
            </a:r>
            <a:r>
              <a:rPr sz="3200" b="1" dirty="0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нүктесі</a:t>
            </a:r>
            <a:r>
              <a:rPr sz="3200" b="1" dirty="0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3200" b="1" dirty="0" err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пікірталаста</a:t>
            </a:r>
            <a:r>
              <a:rPr sz="3200" b="1" dirty="0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</a:t>
            </a:r>
            <a:r>
              <a:rPr sz="3200" b="1" dirty="0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көзқарасын</a:t>
            </a:r>
            <a:r>
              <a:rPr sz="3200" b="1" dirty="0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конструктивті</a:t>
            </a:r>
            <a:r>
              <a:rPr sz="3200" b="1" dirty="0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 err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білдіру</a:t>
            </a:r>
            <a:r>
              <a:rPr sz="3200" b="1" dirty="0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56%.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16779240"/>
            <a:ext cx="8732520" cy="658368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149840" y="16834104"/>
            <a:ext cx="84582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 НӘТИЖЕЛЕР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17602200"/>
            <a:ext cx="8275320" cy="4407360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Сіз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көшбасшысыз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?»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тестінде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қатысушылардың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60%-ы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сұрақтардың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басым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бөлігіне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иә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деп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жауап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берді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Рөлдерді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бөлу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оқушыларды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міндет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алуға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жауапкершілікке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топтық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шешімге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тартты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Географияда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карта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аумақтық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талдау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таныстыру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дағдылары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жетілді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Тарихта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дерекпен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дәлелдеу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тарихи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тұлғалардың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көшбасшылық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қасиеттерін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талдау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күшейді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3200" b="0" dirty="0">
              <a:solidFill>
                <a:srgbClr val="232D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9019520" y="7635240"/>
            <a:ext cx="8732520" cy="658368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9156680" y="7690104"/>
            <a:ext cx="84582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ӘДІСТЕР ҚАЛАЙ ЖҰМЫС ІСТЕДІ?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48120" y="8458200"/>
            <a:ext cx="8823960" cy="5823133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Географиялық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детектив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
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Климатолог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биолог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геоморфолог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экономикалық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рөлдері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табиғат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кешенін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бірлесіп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талдау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«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Тарихи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кеңес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
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Ұйымдастырушы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баяндамашы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сақшысы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рөлдерімен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тарихи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мәселе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ортақ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шешім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ұсыну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«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Тарихи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стартап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
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Жоба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жетекшісі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дизайнер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баяндаушы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зерттеуші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ретінде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жоба-ұсыныс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әзірлеу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«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Экспедиция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
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Тарихи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оқиғаларды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географиялық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ортамен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байланыстырып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бағыт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картасын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қорғау</a:t>
            </a:r>
            <a:r>
              <a:rPr sz="24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b="0" dirty="0">
              <a:solidFill>
                <a:srgbClr val="232D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9019520" y="15544800"/>
            <a:ext cx="8732520" cy="658368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156680" y="15599663"/>
            <a:ext cx="84582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ҚОРЫТЫНДЫ ЖӘНЕ ҰСЫНЫСТАР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48120" y="16367759"/>
            <a:ext cx="8275320" cy="6684907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Қорытынды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рөлдік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оқушыларға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көшбасшылықты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тәжірибеде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байқап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көруге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берді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пәндерді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кіріктіру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жауапкершілік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бастамашылдық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шешім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қабылдау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дағдыларын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дамытуға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жағдай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жасады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
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Ұсыныстар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
•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мақсатына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сәйкес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көшбасшылық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рөлдерін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жоспарлау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
•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топтағы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рөлдерді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жүйелі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ауыстыру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
•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сабақ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соңында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өзін-өзі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бағалау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рефлексия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жүргізу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
•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келесі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кезеңде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дағдылар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динамикасын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қайталама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өлшеу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" y="23180040"/>
            <a:ext cx="26791920" cy="658368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43000" y="23234904"/>
            <a:ext cx="265176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ПАЙДАЛАНЫЛҒАН ӘДЕБИЕТТЕР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24003000"/>
            <a:ext cx="26334720" cy="2437590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1]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Билашова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А.,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Кушбаева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А.,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Сапарбайқызы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Ш.,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Егенисова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А.,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Ахметова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Д. «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Көшбасшылықты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зерттеудегі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өзекті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мәселелер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жоғары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сынып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оқушылары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арасында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Yessenov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Science Journal, 2019, 188-б.
[2]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Иргалиев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А.С.,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Темирова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М.К. «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Мектеп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оқушыларының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көшбасшылық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қабілеттерін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дамытудың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теориялық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алғышарттары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Батыс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Қазақстан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инновациялық-технологиялық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университетінің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0" dirty="0" err="1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хабаршысы</a:t>
            </a:r>
            <a:r>
              <a:rPr sz="2800" b="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2023, 44-б.
</a:t>
            </a:r>
            <a:endParaRPr sz="3200" b="0" dirty="0">
              <a:solidFill>
                <a:srgbClr val="232D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005840" y="26563320"/>
            <a:ext cx="26791920" cy="658368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43000" y="26618184"/>
            <a:ext cx="265176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ЗЕРТТЕУДІҢ НЕГІЗГІ ЛОГИКАСЫ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17320" y="27569160"/>
            <a:ext cx="5715000" cy="2286000"/>
          </a:xfrm>
          <a:prstGeom prst="roundRect">
            <a:avLst/>
          </a:prstGeom>
          <a:solidFill>
            <a:srgbClr val="F0F7F8"/>
          </a:solidFill>
          <a:ln>
            <a:solidFill>
              <a:srgbClr val="008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600200" y="27843480"/>
            <a:ext cx="534924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 әдіс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45920" y="28575000"/>
            <a:ext cx="52578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рөл + нақты міндет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28209240"/>
            <a:ext cx="73152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0085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27569160"/>
            <a:ext cx="5715000" cy="2286000"/>
          </a:xfrm>
          <a:prstGeom prst="roundRect">
            <a:avLst/>
          </a:prstGeom>
          <a:solidFill>
            <a:srgbClr val="F0F7F8"/>
          </a:solidFill>
          <a:ln>
            <a:solidFill>
              <a:srgbClr val="008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29600" y="27843480"/>
            <a:ext cx="534924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Қатысу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28575000"/>
            <a:ext cx="52578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әр оқушының үлесі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807440" y="28209240"/>
            <a:ext cx="73152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0085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676120" y="27569160"/>
            <a:ext cx="5715000" cy="2286000"/>
          </a:xfrm>
          <a:prstGeom prst="roundRect">
            <a:avLst/>
          </a:prstGeom>
          <a:solidFill>
            <a:srgbClr val="F0F7F8"/>
          </a:solidFill>
          <a:ln>
            <a:solidFill>
              <a:srgbClr val="008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859000" y="27843480"/>
            <a:ext cx="534924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904720" y="28575000"/>
            <a:ext cx="52578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шешім + жауапкершілік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436840" y="28209240"/>
            <a:ext cx="73152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0085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305520" y="27569160"/>
            <a:ext cx="5715000" cy="2286000"/>
          </a:xfrm>
          <a:prstGeom prst="roundRect">
            <a:avLst/>
          </a:prstGeom>
          <a:solidFill>
            <a:srgbClr val="F0F7F8"/>
          </a:solidFill>
          <a:ln>
            <a:solidFill>
              <a:srgbClr val="008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1488400" y="27843480"/>
            <a:ext cx="534924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Дағды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534120" y="28575000"/>
            <a:ext cx="5257800" cy="1206484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көшбасшылық + ұйымдастыру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31089600"/>
            <a:ext cx="28799942" cy="12110313"/>
          </a:xfrm>
          <a:prstGeom prst="rect">
            <a:avLst/>
          </a:prstGeom>
          <a:solidFill>
            <a:srgbClr val="143554"/>
          </a:solidFill>
          <a:ln>
            <a:solidFill>
              <a:srgbClr val="14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43000" y="31729680"/>
            <a:ext cx="1901952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АВТОРЛАР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32644080"/>
            <a:ext cx="19019520" cy="3668697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Джарасова Баян Базарбаевна
География пәні мұғалімі
Ақтау қаласындағы жаратылыстану-математика бағытындағы Назарбаев Зияткерлік мектебі
Жеткизгенова Марзия Тугелбаевна
Қазақстан тарихы пәні мұғалімі
Ақтау қаласындағы жаратылыстану-математика бағытындағы Назарбаев Зияткерлік мектебі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" y="36576000"/>
            <a:ext cx="1901952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l"/>
            <a:r>
              <a:rPr sz="3200" b="1" dirty="0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E-mail</a:t>
            </a:r>
            <a:r>
              <a:rPr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Dzharasova_b@akt.nis.edu.kz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Zhetkizgenova_M@akt.nis.edu.kz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1214080" y="32095440"/>
            <a:ext cx="5486400" cy="5486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1534120" y="33924240"/>
            <a:ext cx="4846320" cy="1206484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1">
                <a:solidFill>
                  <a:srgbClr val="1435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QR-КОД
осында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482560" y="37901880"/>
            <a:ext cx="6949440" cy="1206484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Электрондық</a:t>
            </a:r>
            <a:r>
              <a:rPr sz="32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постерге</a:t>
            </a:r>
            <a:r>
              <a:rPr sz="32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сілтеме</a:t>
            </a:r>
            <a:r>
              <a:rPr sz="32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(PDF/PPTX)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000" y="40553640"/>
            <a:ext cx="26517600" cy="714042"/>
          </a:xfrm>
          <a:prstGeom prst="rect">
            <a:avLst/>
          </a:prstGeom>
          <a:noFill/>
        </p:spPr>
        <p:txBody>
          <a:bodyPr wrap="square" lIns="109728" tIns="109728" rIns="109728" bIns="109728">
            <a:spAutoFit/>
          </a:bodyPr>
          <a:lstStyle/>
          <a:p>
            <a:pPr algn="ctr"/>
            <a:r>
              <a:rPr sz="3200" b="0" dirty="0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NIS Conference 2026 • </a:t>
            </a:r>
            <a:r>
              <a:rPr sz="3200" b="0" dirty="0" err="1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Постер</a:t>
            </a:r>
            <a:r>
              <a:rPr sz="3200" b="0" dirty="0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dirty="0" err="1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өлшемі</a:t>
            </a:r>
            <a:r>
              <a:rPr sz="3200" b="0" dirty="0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800 × 1200 </a:t>
            </a:r>
            <a:r>
              <a:rPr sz="3200" b="0" dirty="0" err="1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мм</a:t>
            </a:r>
            <a:r>
              <a:rPr sz="3200" b="0" dirty="0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3200" b="0" dirty="0" err="1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Портреттік</a:t>
            </a:r>
            <a:r>
              <a:rPr sz="3200" b="0" dirty="0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0" dirty="0" err="1">
                <a:solidFill>
                  <a:srgbClr val="D2EB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бағдар</a:t>
            </a:r>
            <a:endParaRPr sz="3200" b="0" dirty="0">
              <a:solidFill>
                <a:srgbClr val="D2EBE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567</Words>
  <Application>Microsoft Office PowerPoint</Application>
  <PresentationFormat>Произвольный</PresentationFormat>
  <Paragraphs>46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M I</cp:lastModifiedBy>
  <cp:revision>2</cp:revision>
  <dcterms:created xsi:type="dcterms:W3CDTF">2013-01-27T09:14:16Z</dcterms:created>
  <dcterms:modified xsi:type="dcterms:W3CDTF">2026-09-24T12:15:00Z</dcterms:modified>
  <cp:category/>
</cp:coreProperties>
</file>